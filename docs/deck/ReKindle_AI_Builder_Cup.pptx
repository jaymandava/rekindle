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POC built with Babytrail Photography (Baby Trails), whose booking system already runs on GCP; a pilot is planned.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70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are planned for the pilot with Baby Trails and will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(under 90 seconds):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https://github.com/JayMandava/rekindle/blob/main/docs/demo/rekindle_demo.mp4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https://jmandava-rekindle.hf.space</a:t>
            </a:r>
          </a:p>
        </p:txBody>
      </p:sp>
      <p:pic>
        <p:nvPicPr>
          <p:cNvPr id="7" name="rekindle_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406908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