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POC built with Babytrail Photography (Baby Trails), whose booking system already runs on GCP; a pilot is planned.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3.8 Flash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70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are planned for the pilot with Baby Trails and will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(under 90 seconds):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https://github.com/JayMandava/rekindle/blob/main/docs/demo/rekindle_demo.mp4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https://jmandava-rekindle.hf.space</a:t>
            </a:r>
          </a:p>
        </p:txBody>
      </p:sp>
      <p:pic>
        <p:nvPicPr>
          <p:cNvPr id="7" name="rekindle_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406908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pic>
        <p:nvPicPr>
          <p:cNvPr id="4" name="Picture 3" descr="team_abhish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87" y="2560320"/>
            <a:ext cx="2286000" cy="2286000"/>
          </a:xfrm>
          <a:prstGeom prst="rect">
            <a:avLst/>
          </a:prstGeom>
        </p:spPr>
      </p:pic>
      <p:pic>
        <p:nvPicPr>
          <p:cNvPr id="5" name="Picture 4" descr="team_ris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5527" y="2560320"/>
            <a:ext cx="2286000" cy="2286000"/>
          </a:xfrm>
          <a:prstGeom prst="rect">
            <a:avLst/>
          </a:prstGeom>
        </p:spPr>
      </p:pic>
      <p:pic>
        <p:nvPicPr>
          <p:cNvPr id="6" name="Picture 5" descr="team_jeyan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167" y="2560320"/>
            <a:ext cx="2286000" cy="2286000"/>
          </a:xfrm>
          <a:prstGeom prst="rect">
            <a:avLst/>
          </a:prstGeom>
        </p:spPr>
      </p:pic>
      <p:pic>
        <p:nvPicPr>
          <p:cNvPr id="7" name="Picture 6" descr="team_prathee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4807" y="256032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