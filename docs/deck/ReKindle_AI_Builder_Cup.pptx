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POC built with Babytrail Photography (Baby Trails), whose booking system already runs on GCP; a pilot is planned.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70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are planned for the pilot with Baby Trails and will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(3 minutes):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https://jmandava-rekindle.hf.space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