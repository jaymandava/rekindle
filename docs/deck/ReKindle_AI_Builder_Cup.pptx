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Pilot partner: Babytrail Photography (Baby Trails), whose booking system already runs on GCP.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69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will be measured on Babytrail's data at the Nov 6 prototype evaluation and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(3 minutes):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submission: Cloud Run URL]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